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</a:rPr>
              <a:t>Star Performance Lab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The Operating System for Elite Athletic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931920"/>
            <a:ext cx="274320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Seed Round - $2.5M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January 2026 |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Fragmented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Coaches juggle 5-8 different apps to track athlete 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Manual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4+ hours spent creating each athlete performance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No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Garmin, Strava, and lab data exist in separate silos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Generic Programs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Cookie-cutter training plans ignore individual physiology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2286000"/>
          </a:xfrm>
          <a:prstGeom prst="round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Real Cost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7171"/>
                </a:solidFill>
              </a:rPr>
              <a:t>68%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of coaches feel overwhelmed by admin tasks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7171"/>
                </a:solidFill>
              </a:rPr>
              <a:t>$15K+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annual spend on disconnected software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8229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206240"/>
            <a:ext cx="73152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</a:rPr>
              <a:t>"I spend more time in spreadsheets than with my athletes"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— Olympic Cycling Coach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One unified platform for the complete athlete performance journey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5603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Lab Testing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VO2max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Lactate profiling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Threshold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PDF reports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2011680" cy="25603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Training Programs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17 sports supported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Periodized plans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Strength training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Ergometer protocols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2011680" cy="25603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Live Monitoring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Garmin sync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Strava 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HRV tracking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Readiness scores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1371600"/>
            <a:ext cx="2011680" cy="25603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04088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AI Insights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Auto zone calculation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Program generation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7804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Video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Injury prevention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71600" y="4206240"/>
            <a:ext cx="6400800" cy="54864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4251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Lab-Quality Insights → Personalized Training → Measurable Outcomes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Product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914400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Coach Dashboard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Complete athlete overview with performance metrics, training load, and readiness indicators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114800" cy="91440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Lab Reports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Professional PDF reports with VO2max curves, lactate thresholds, and personalized training zones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4114800" cy="914400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AI Program Builder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 periodized training programs based on athlete physiology and goals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292608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📱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Athlete Mobile Portal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Athletes view workouts, log sessions, and track progress from any device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Integrations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4160520"/>
            <a:ext cx="1280160" cy="3657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Garmin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4160520"/>
            <a:ext cx="1280160" cy="3657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Strava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4160520"/>
            <a:ext cx="1280160" cy="3657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Concept2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4160520"/>
            <a:ext cx="1280160" cy="3657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VBT Devices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Market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011680" cy="20116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$12B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645920"/>
            <a:ext cx="1554480" cy="1554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$2.4B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$240M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82880" cy="1828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TAM: Global sports technology market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SAM: Performance tracking &amp; coaching software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SOM: Premium coach/federation segment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Market Drivers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931920" cy="41148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Sports tech CAGR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1417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↑ 18%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874520"/>
            <a:ext cx="3931920" cy="41148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Data-driven training adoption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↑ High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3931920" cy="41148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Wearable device proliferation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423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↑ 25%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Target Segments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Professional coaches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500K+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Sports clubs &amp; academies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3703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50K+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National federations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4023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200+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University programs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343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5K+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Business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SaaS Subscription + Usage-Based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16459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/month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athletes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Basic features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280160"/>
            <a:ext cx="1554480" cy="16459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371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$49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2011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/month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 athletes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Reports &amp; zones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1280160"/>
            <a:ext cx="1554480" cy="1645920"/>
          </a:xfrm>
          <a:prstGeom prst="round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1371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$149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931920" y="2011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/month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50 athletes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integrations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280160"/>
            <a:ext cx="1554480" cy="16459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1371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$499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69280" y="2011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/month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200 athletes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&amp; video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280160"/>
            <a:ext cx="1554480" cy="164592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371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Custom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06640" y="2011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pricing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Unlimited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White-label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Unit Economics Target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2011680" cy="10058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$2,400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LTV (24mo avg)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51760" y="3566160"/>
            <a:ext cx="2011680" cy="10058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$400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65176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566160"/>
            <a:ext cx="2011680" cy="10058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6:1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84632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LTV:CAC Ratio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40880" y="3566160"/>
            <a:ext cx="2011680" cy="10058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80%+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04088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Gross Margin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Traction &amp;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Milestones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Key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91440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$12K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MRR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+25% MoM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91440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180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Coaches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+30% MoM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920240" cy="91440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2,400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Athletes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286000"/>
            <a:ext cx="1920240" cy="91440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8,500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60320" y="2743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Tests Processed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548640"/>
          </a:xfrm>
          <a:prstGeom prst="roundRect">
            <a:avLst/>
          </a:prstGeom>
          <a:solidFill>
            <a:srgbClr val="FDE6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Enterprise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337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$180K ACV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Milestones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1280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Product-market fit validated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719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4 paying federation pilots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1945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176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Garmin &amp; Strava integrations live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26517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AI program generator launched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Enterprise pipeline: $180K ACV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657600"/>
            <a:ext cx="3931920" cy="9144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Logos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0" y="4114800"/>
            <a:ext cx="1143000" cy="3657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4114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Norwegian Ski Fed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172200" y="4114800"/>
            <a:ext cx="1143000" cy="3657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4114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Elite Cycling Academy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406640" y="4114800"/>
            <a:ext cx="1143000" cy="36576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41148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Olympic Training Center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Competitive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0" cy="292608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023360"/>
            <a:ext cx="411480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Enterprise Features ↑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 Sport ←→ Multi-Sport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TrainingPeaks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137160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Star Performance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320040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29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Strava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154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TrainHeroic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Our Advantages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65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1371600"/>
            <a:ext cx="1965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71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371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Competitors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1965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1783080"/>
            <a:ext cx="1965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Lab + training unified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Separate tools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0840" y="2148840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17 sports supported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1-3 sports only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514600"/>
            <a:ext cx="1965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720840" y="2514600"/>
            <a:ext cx="1965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AI-powered programs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122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Manual templates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880360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0840" y="2880360"/>
            <a:ext cx="196596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Real physiological zones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Generic HR zones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246120"/>
            <a:ext cx="1965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0840" y="3246120"/>
            <a:ext cx="1965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✓ Video analysis included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$500+/mo add-on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49040"/>
            <a:ext cx="3931920" cy="82296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Defensible Moat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Proprietary algorithms for threshold detection, training load optimization, and AI-driven periodization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Go-to-Market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234440"/>
            <a:ext cx="640080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Phase 1: Niche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Nordic sports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Direct sales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0058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Phase 2: Expand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Cycling, tri, rowing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Partner channels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0058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Phase 3: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Team sports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University programs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10058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Phase 4: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White-label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API ecosystem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Distribution Channels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182880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3017520"/>
            <a:ext cx="109728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3017520"/>
            <a:ext cx="73152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% Revenue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017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333756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383280" y="3337560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Organic / Content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3337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40%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33375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$150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Shape 32"/>
          <p:cNvSpPr/>
          <p:nvPr/>
        </p:nvSpPr>
        <p:spPr>
          <a:xfrm>
            <a:off x="2286000" y="3657600"/>
            <a:ext cx="109728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3383280" y="3657600"/>
            <a:ext cx="7315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Direct Sales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35%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3657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$600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977640"/>
            <a:ext cx="18288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2286000" y="3977640"/>
            <a:ext cx="109728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383280" y="3977640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77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Partnerships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286000" y="3977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977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$300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18288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2286000" y="4297680"/>
            <a:ext cx="109728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Shape 45"/>
          <p:cNvSpPr/>
          <p:nvPr/>
        </p:nvSpPr>
        <p:spPr>
          <a:xfrm>
            <a:off x="3383280" y="4297680"/>
            <a:ext cx="73152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297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Paid Ads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8600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5%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3280" y="4297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$450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Key Activities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754880" y="3017520"/>
            <a:ext cx="3931920" cy="5486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Content Marketing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3776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Training science blog, YouTube, podcasts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3657600"/>
            <a:ext cx="3931920" cy="5486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3703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Conference Presence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93776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NSCA, ACSM, sports science events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4297680"/>
            <a:ext cx="3931920" cy="5486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4937760" y="4343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Strategic Partnerships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93776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Equipment manufacturers, sports retailers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005840"/>
            <a:ext cx="1188720" cy="11887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2344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CEO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[Founder Name]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years in sports science.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Former national team coach.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MSc Exercise Physiology.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1005840"/>
            <a:ext cx="1188720" cy="11887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12344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👤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CTO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[Founder Name]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Ex-[Tech Company].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Built scalable platforms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serving 1M+ users.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188720" cy="11887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2344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👤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CPO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[Founder Name]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Former elite athlete.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 at [Company].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Deep domain expertise.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Advisors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2651760" cy="5486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[Advisor Name]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3x Olympic medalist coach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4023360"/>
            <a:ext cx="2651760" cy="5486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[Advisor Name]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297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PhD, VO2max researcher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4023360"/>
            <a:ext cx="2651760" cy="54864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[Advisor Name]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297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Former VP Sales, [SaaS Co]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Financial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Projections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5-Year Revenue Forecast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05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280160"/>
            <a:ext cx="1005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005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10058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Growth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2024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160020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1600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$150K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60020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600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400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160020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600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-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2025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63040" y="192024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$600K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192024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1,200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192024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1920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+300%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2402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240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2026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63040" y="22402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2240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$2M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22402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468880" y="2240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3,500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22402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2240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+233%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256032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2560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2027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63040" y="256032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/>
          <p:nvPr/>
        </p:nvSpPr>
        <p:spPr>
          <a:xfrm>
            <a:off x="1463040" y="2560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$5M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256032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2560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8,000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0" y="2560320"/>
            <a:ext cx="1005840" cy="3200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0" y="2560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+150%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2880360"/>
            <a:ext cx="10058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2880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2028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63040" y="2880360"/>
            <a:ext cx="10058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463040" y="2880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$10M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68880" y="2880360"/>
            <a:ext cx="10058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2468880" y="2880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15,000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0" y="2880360"/>
            <a:ext cx="10058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3474720" y="2880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+100%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Path to Profitability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754880" y="1280160"/>
            <a:ext cx="3931920" cy="3657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Break-even ARR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~$4M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1737360"/>
            <a:ext cx="3931920" cy="3657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49377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Gross Margins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3232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75%+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54880" y="2194560"/>
            <a:ext cx="3931920" cy="3657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60" name="Text 58"/>
          <p:cNvSpPr/>
          <p:nvPr/>
        </p:nvSpPr>
        <p:spPr>
          <a:xfrm>
            <a:off x="49377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Capital Efficiency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13232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$1 → $4 ARR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754880" y="2834640"/>
            <a:ext cx="3931920" cy="128016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Projected 2028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93776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$10M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4937760" y="3657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ARR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1792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75%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6217920" y="3657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Margin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49808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Profitable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7498080" y="3657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6366F1"/>
                </a:solidFill>
              </a:rPr>
              <a:t>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1280160"/>
          </a:xfrm>
          <a:prstGeom prst="round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$2.5M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Seed Round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45%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$1.1M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Team expansion, AI features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30%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5176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Sales &amp; 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$750K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Go-to-market, content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15%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$375K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Customer success, support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10%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04088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G&amp;A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$250K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Legal, admin, buffer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82296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Milestones This Round Unlocks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$1.5M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ARR Target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3,000+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92608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Paying Users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10+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3776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Federation Contracts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4944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Series 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800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Ready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</a:t>
            </a:r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EA5E9"/>
                </a:solidFill>
              </a:rPr>
              <a:t>"Every athlete deserves world-class sports science"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2024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Best-in-class testing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&amp; programming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Salesforce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sports 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</a:rPr>
              <a:t>2028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Global standard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elite athletic development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Exit Comparables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Firstbeat → Garmin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$70M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Today's Plan → Zwift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$30M+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WHOOP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$3.6B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Let's build the future of athletic performance together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Contact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</a:rPr>
              <a:t>[founder@starperformance.com]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[www.starperformancelab.com]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Star Performance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 Performance Lab - Pitch Deck</dc:title>
  <dc:subject>Seed Round Investment Deck</dc:subject>
  <dc:creator>Star Performance Lab</dc:creator>
  <cp:lastModifiedBy>Star Performance Lab</cp:lastModifiedBy>
  <cp:revision>1</cp:revision>
  <dcterms:created xsi:type="dcterms:W3CDTF">2026-01-21T20:47:38Z</dcterms:created>
  <dcterms:modified xsi:type="dcterms:W3CDTF">2026-01-21T20:47:38Z</dcterms:modified>
</cp:coreProperties>
</file>